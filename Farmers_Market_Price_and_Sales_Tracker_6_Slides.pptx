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C63284-5D4C-4028-8367-06ED62DAFDAB}" v="789" dt="2026-09-11T09:09:25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D372D"/>
                </a:solidFill>
              </a:defRPr>
            </a:pPr>
            <a:r>
              <a:t>Farmer's Market Price and Sales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92218" y="2668044"/>
            <a:ext cx="4806315" cy="1600438"/>
          </a:xfrm>
          <a:prstGeom prst="round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2200">
                <a:solidFill>
                  <a:srgbClr val="437846"/>
                </a:solidFill>
              </a:defRPr>
            </a:pPr>
            <a:r>
              <a:rPr lang="en-US" b="1" dirty="0">
                <a:latin typeface="Lucida Sans"/>
                <a:ea typeface="Calibri"/>
                <a:cs typeface="Angsana New"/>
              </a:rPr>
              <a:t>Team Members:</a:t>
            </a:r>
            <a:br>
              <a:rPr lang="en-US" b="1" dirty="0">
                <a:latin typeface="Lucida Sans"/>
                <a:ea typeface="Calibri"/>
                <a:cs typeface="Angsana New"/>
              </a:rPr>
            </a:br>
            <a:br>
              <a:rPr lang="en-US" b="1" dirty="0">
                <a:latin typeface="Lucida Sans"/>
                <a:ea typeface="Calibri"/>
                <a:cs typeface="Angsana New"/>
              </a:rPr>
            </a:br>
            <a:r>
              <a:rPr lang="en-US" b="1" dirty="0">
                <a:latin typeface="Lucida Sans"/>
                <a:ea typeface="Calibri"/>
                <a:cs typeface="Angsana New"/>
              </a:rPr>
              <a:t>1. M. Lohith    --  2620040024</a:t>
            </a:r>
            <a:br>
              <a:rPr lang="en-US" b="1" dirty="0">
                <a:latin typeface="Lucida Sans"/>
                <a:ea typeface="Calibri"/>
                <a:cs typeface="Angsana New"/>
              </a:rPr>
            </a:br>
            <a:r>
              <a:rPr lang="en-US" b="1" dirty="0">
                <a:latin typeface="Lucida Sans"/>
                <a:ea typeface="Calibri"/>
                <a:cs typeface="Angsana New"/>
              </a:rPr>
              <a:t>2. </a:t>
            </a:r>
            <a:r>
              <a:rPr lang="en-US" b="1" dirty="0" err="1">
                <a:latin typeface="Lucida Sans"/>
                <a:ea typeface="Calibri"/>
                <a:cs typeface="Angsana New"/>
              </a:rPr>
              <a:t>S.N.Darshan</a:t>
            </a:r>
            <a:r>
              <a:rPr lang="en-US" b="1" dirty="0">
                <a:latin typeface="Lucida Sans"/>
                <a:ea typeface="Calibri"/>
                <a:cs typeface="Angsana New"/>
              </a:rPr>
              <a:t> -- 2620090099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C97A1C-C8A3-11E3-45C7-29372EDADD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9709" r="-9697" b="485"/>
          <a:stretch>
            <a:fillRect/>
          </a:stretch>
        </p:blipFill>
        <p:spPr>
          <a:xfrm>
            <a:off x="169493" y="4329177"/>
            <a:ext cx="2104122" cy="23432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D372D"/>
                </a:solidFill>
              </a:defRPr>
            </a:pPr>
            <a:r>
              <a:t>1. Problem &amp;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2183" y="1417320"/>
            <a:ext cx="1071147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195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Farmers need to keep track of crop prices and sales.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Manual records can be difficult to manage and calculate.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Our project stores crop details, market prices and sales in one simple program.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The main goal is to make record keeping easier.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D69BAC-5A91-3F5A-62CD-208D6871E2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8" t="7318" r="-214" b="8301"/>
          <a:stretch>
            <a:fillRect/>
          </a:stretch>
        </p:blipFill>
        <p:spPr>
          <a:xfrm>
            <a:off x="8195982" y="4878682"/>
            <a:ext cx="4000214" cy="19762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A106F4-7726-DA9F-7092-858CA6CC3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" y="5851524"/>
            <a:ext cx="1071659" cy="100442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930354" cy="53860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900" b="1">
                <a:solidFill>
                  <a:srgbClr val="2D372D"/>
                </a:solidFill>
              </a:defRPr>
            </a:pPr>
            <a:r>
              <a:rPr lang="en-US"/>
              <a:t>  </a:t>
            </a:r>
            <a:r>
              <a:t>2. Main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976" y="141732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195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Add crop name, quantity and price.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Update the market price when it changes.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Record the quantity sold.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Calculate total sale amount automatically.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View all saved records.</a:t>
            </a:r>
          </a:p>
        </p:txBody>
      </p:sp>
      <p:pic>
        <p:nvPicPr>
          <p:cNvPr id="8" name="Picture 7" title="Close-up of succulent plant against white background">
            <a:extLst>
              <a:ext uri="{FF2B5EF4-FFF2-40B4-BE49-F238E27FC236}">
                <a16:creationId xmlns:a16="http://schemas.microsoft.com/office/drawing/2014/main" id="{1615C9C0-2643-3F40-A185-1B11EE54F9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14" t="16692" r="317" b="13315"/>
          <a:stretch>
            <a:fillRect/>
          </a:stretch>
        </p:blipFill>
        <p:spPr>
          <a:xfrm>
            <a:off x="-4898" y="5786735"/>
            <a:ext cx="1309773" cy="108342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title="Close-up of succulent plant against white background">
            <a:extLst>
              <a:ext uri="{FF2B5EF4-FFF2-40B4-BE49-F238E27FC236}">
                <a16:creationId xmlns:a16="http://schemas.microsoft.com/office/drawing/2014/main" id="{B9DBCF0D-8D46-59D8-94A3-D2A31FC67F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14" t="16692" r="317" b="13315"/>
          <a:stretch>
            <a:fillRect/>
          </a:stretch>
        </p:blipFill>
        <p:spPr>
          <a:xfrm>
            <a:off x="10887219" y="5775529"/>
            <a:ext cx="1309773" cy="108342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D7008F-6699-6CA5-7D61-A55CD7D5D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809" y="196662"/>
            <a:ext cx="671236" cy="648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E268FD-161B-F280-C1B2-46110010C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8" y="196662"/>
            <a:ext cx="671236" cy="6488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D372D"/>
                </a:solidFill>
              </a:defRPr>
            </a:pPr>
            <a:r>
              <a:t>3. How the Java Program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976" y="1137173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195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1. Start the program and show a menu.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2. User selects an option.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3. Program takes input using Scanner.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4. Java performs the required calculation.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5. Result is displayed and the menu repeats until Exit.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1BC848-3F7A-DB6E-4E95-67E38E2A13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81" b="-917"/>
          <a:stretch>
            <a:fillRect/>
          </a:stretch>
        </p:blipFill>
        <p:spPr>
          <a:xfrm>
            <a:off x="-3083" y="5616108"/>
            <a:ext cx="2079288" cy="13520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631CD6-8915-964C-49BF-0CCA2EF6C5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81" b="-917"/>
          <a:stretch>
            <a:fillRect/>
          </a:stretch>
        </p:blipFill>
        <p:spPr>
          <a:xfrm>
            <a:off x="9947742" y="5616109"/>
            <a:ext cx="2247374" cy="13520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612AA8-4F97-0B20-099C-9897042AC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1058" y="203759"/>
            <a:ext cx="1030943" cy="75789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185A8B-4B36-7B93-43EC-23DF77607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208" y="136523"/>
            <a:ext cx="818032" cy="7242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D372D"/>
                </a:solidFill>
              </a:defRPr>
            </a:pPr>
            <a:r>
              <a:t>4. Java Concepts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195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Variables – store crop name, price and quantity.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Scanner – takes input from the user.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if-else / switch – handles menu choices.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Loops – repeat the menu.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Methods – divide the program into small parts.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t>ArrayList – stores multiple records.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F3B4AE-88A8-C9D9-2246-10BD29B5E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16" y="6034926"/>
            <a:ext cx="783293" cy="716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2DE377-A157-6D7A-B971-D9ABB6B02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3251" y="196660"/>
            <a:ext cx="783293" cy="7160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7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D372D"/>
                </a:solidFill>
              </a:defRPr>
            </a:pPr>
            <a:r>
              <a:t>5. Example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195560" cy="20390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rPr dirty="0"/>
              <a:t>Example: Tomato → 20 kg × ₹30/kg = ₹600 total sale.</a:t>
            </a: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rPr dirty="0"/>
              <a:t>The project is simple, useful and suitable for beginners.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rPr dirty="0"/>
              <a:t>It helps us understand basic Java programming through a real-life problem.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1700"/>
              </a:spcAft>
              <a:defRPr sz="2100">
                <a:solidFill>
                  <a:srgbClr val="2D372D"/>
                </a:solidFill>
              </a:defRPr>
            </a:pPr>
            <a:r>
              <a:rPr dirty="0"/>
              <a:t>Future improvement: save data permanently using files or a database.</a:t>
            </a:r>
            <a:endParaRPr dirty="0"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4FF689-F023-CB38-FF00-267BC4DCD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77" y="5790274"/>
            <a:ext cx="1640052" cy="106413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A green leafy plant on a green background&#10;&#10;AI-generated content may be incorrect.">
            <a:extLst>
              <a:ext uri="{FF2B5EF4-FFF2-40B4-BE49-F238E27FC236}">
                <a16:creationId xmlns:a16="http://schemas.microsoft.com/office/drawing/2014/main" id="{02DB737E-662D-935D-32DC-01C3FD2E6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65" y="5790274"/>
            <a:ext cx="1640052" cy="106413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8BB4E1-7505-A51C-C506-2C7238E2572F}"/>
              </a:ext>
            </a:extLst>
          </p:cNvPr>
          <p:cNvSpPr txBox="1"/>
          <p:nvPr/>
        </p:nvSpPr>
        <p:spPr>
          <a:xfrm>
            <a:off x="3834682" y="2763061"/>
            <a:ext cx="452815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dirty="0">
                <a:latin typeface="Book Antiqua"/>
                <a:ea typeface="Calibri"/>
                <a:cs typeface="Calibri"/>
              </a:rPr>
              <a:t>THANK</a:t>
            </a:r>
            <a:r>
              <a:rPr lang="en-US" dirty="0">
                <a:latin typeface="Book Antiqua"/>
                <a:ea typeface="Calibri"/>
                <a:cs typeface="Calibri"/>
              </a:rPr>
              <a:t> </a:t>
            </a:r>
            <a:endParaRPr lang="en-US" sz="2000" dirty="0">
              <a:latin typeface="Book Antiqua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A4711-B671-A0B7-C22C-DA661395388A}"/>
              </a:ext>
            </a:extLst>
          </p:cNvPr>
          <p:cNvSpPr txBox="1"/>
          <p:nvPr/>
        </p:nvSpPr>
        <p:spPr>
          <a:xfrm>
            <a:off x="6091644" y="2788177"/>
            <a:ext cx="274319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latin typeface="Book Antiqua"/>
                <a:ea typeface="Calibri"/>
                <a:cs typeface="Calibri"/>
              </a:rPr>
              <a:t> YOU !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8AF521-51A1-ED10-F649-1A90CA874A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62" b="633"/>
          <a:stretch>
            <a:fillRect/>
          </a:stretch>
        </p:blipFill>
        <p:spPr>
          <a:xfrm>
            <a:off x="-4436" y="4892002"/>
            <a:ext cx="1877388" cy="1969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BCD86E-0448-9ACD-B74E-1C34843370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562" b="633"/>
          <a:stretch>
            <a:fillRect/>
          </a:stretch>
        </p:blipFill>
        <p:spPr>
          <a:xfrm>
            <a:off x="10319097" y="-3586"/>
            <a:ext cx="1877388" cy="199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307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271</cp:revision>
  <dcterms:created xsi:type="dcterms:W3CDTF">2013-01-27T09:14:16Z</dcterms:created>
  <dcterms:modified xsi:type="dcterms:W3CDTF">2026-09-11T09:10:09Z</dcterms:modified>
  <cp:category/>
</cp:coreProperties>
</file>